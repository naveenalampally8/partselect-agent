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37"/>
  </p:normalViewPr>
  <p:slideViewPr>
    <p:cSldViewPr snapToGrid="0">
      <p:cViewPr varScale="1">
        <p:scale>
          <a:sx n="104" d="100"/>
          <a:sy n="104" d="100"/>
        </p:scale>
        <p:origin x="8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0ACE-AE1A-25C3-9D72-5B0C58747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3224" y="1166219"/>
            <a:ext cx="8915399" cy="2262781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PartSelect Chat Agent</a:t>
            </a:r>
            <a:b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/>
              <a:t>AI-Powered Multi-Agent RAG System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948B1-995C-83C7-D691-89257A6A2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3159" y="3615844"/>
            <a:ext cx="8915399" cy="112628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Naveen Alampally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Instalily AI Case Study | November 2025</a:t>
            </a:r>
          </a:p>
        </p:txBody>
      </p:sp>
    </p:spTree>
    <p:extLst>
      <p:ext uri="{BB962C8B-B14F-4D97-AF65-F5344CB8AC3E}">
        <p14:creationId xmlns:p14="http://schemas.microsoft.com/office/powerpoint/2010/main" val="2370651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3D92E-1F9A-7E09-BB4B-41F8DA441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817" y="512899"/>
            <a:ext cx="8911687" cy="128089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00966-A21A-C07F-F093-A80C9CF68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0488" y="2059459"/>
            <a:ext cx="8915400" cy="3777622"/>
          </a:xfrm>
        </p:spPr>
        <p:txBody>
          <a:bodyPr>
            <a:normAutofit/>
          </a:bodyPr>
          <a:lstStyle/>
          <a:p>
            <a:r>
              <a:rPr lang="en-US" dirty="0"/>
              <a:t>Conversational AI agent prototype for PartSelect</a:t>
            </a:r>
          </a:p>
          <a:p>
            <a:r>
              <a:rPr lang="en-US" dirty="0"/>
              <a:t>Assists users with: </a:t>
            </a:r>
          </a:p>
          <a:p>
            <a:pPr lvl="1"/>
            <a:r>
              <a:rPr lang="en-US" dirty="0"/>
              <a:t>Appliance parts search </a:t>
            </a:r>
          </a:p>
          <a:p>
            <a:pPr lvl="1"/>
            <a:r>
              <a:rPr lang="en-US" dirty="0"/>
              <a:t>Compatibility checking </a:t>
            </a:r>
          </a:p>
          <a:p>
            <a:pPr lvl="1"/>
            <a:r>
              <a:rPr lang="en-US" dirty="0"/>
              <a:t>Installation guidance </a:t>
            </a:r>
          </a:p>
          <a:p>
            <a:pPr lvl="1"/>
            <a:r>
              <a:rPr lang="en-US" dirty="0"/>
              <a:t>Router Agent: Intent classification </a:t>
            </a:r>
          </a:p>
          <a:p>
            <a:pPr lvl="1"/>
            <a:r>
              <a:rPr lang="en-US" dirty="0"/>
              <a:t>Product Search Agent: Semantic search using </a:t>
            </a:r>
            <a:r>
              <a:rPr lang="en-US" dirty="0" err="1"/>
              <a:t>ChromaDB</a:t>
            </a:r>
            <a:r>
              <a:rPr lang="en-US" dirty="0"/>
              <a:t> + SQLite filtering</a:t>
            </a:r>
          </a:p>
          <a:p>
            <a:pPr lvl="1"/>
            <a:r>
              <a:rPr lang="en-US" dirty="0"/>
              <a:t>Troubleshooting Agent: Symptom-based diagnostics and part recommendations</a:t>
            </a:r>
          </a:p>
          <a:p>
            <a:r>
              <a:rPr lang="en-US" dirty="0"/>
              <a:t>Built using multi-agent RAG architecture with semantic search</a:t>
            </a:r>
          </a:p>
        </p:txBody>
      </p:sp>
    </p:spTree>
    <p:extLst>
      <p:ext uri="{BB962C8B-B14F-4D97-AF65-F5344CB8AC3E}">
        <p14:creationId xmlns:p14="http://schemas.microsoft.com/office/powerpoint/2010/main" val="4226438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0BB61-7811-7554-B961-B1878E19E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353" y="2510967"/>
            <a:ext cx="8911687" cy="1280890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27C72E-88A8-109B-662A-E91719782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0670" y="-51383"/>
            <a:ext cx="4695568" cy="697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160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72FDF-3034-BD98-0F3D-AFD7A4F6C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9503" y="1198605"/>
            <a:ext cx="9305109" cy="4712617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case study, the system uses a small sample dataset (JSON) of 100 refrigerator and dishwasher parts instead of live-scraped data.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sample data?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scraping real data using Selenium, we encountered issues with unwanted data like "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common_symptoms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["John W", "Verified Purchase"] appearing in results</a:t>
            </a:r>
          </a:p>
          <a:p>
            <a:pPr lvl="1"/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attempts were blocked by the site's bot detection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data ensures clean, controlled, and reproducible testing</a:t>
            </a:r>
          </a:p>
          <a:p>
            <a:pPr lvl="1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architecture is 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and can later integrate with a real API, database, or scraper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without code restructuring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09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0A83F-4F2D-3E3A-A2E7-7C2E89B5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Queries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934C8-E7F1-E1A0-C9CC-416297F44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21027"/>
            <a:ext cx="8915400" cy="5226908"/>
          </a:xfrm>
        </p:spPr>
        <p:txBody>
          <a:bodyPr>
            <a:normAutofit/>
          </a:bodyPr>
          <a:lstStyle/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Search: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"Show me dishwasher spray arms"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"Find refrigerator ice makers under $100"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 Check: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"Is PS57956370 compatible with WRF555SDFZ?"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"Which models work with refrigerator water inlet valve PS55946236?"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Help: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"How do I install Refrigerator Door Gasket?"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"Show installation steps for dishwasher pump PS61911325"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"How long does it take to install a spray arm?"</a:t>
            </a:r>
          </a:p>
          <a:p>
            <a:pPr lvl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Troubleshooting: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"My ice maker isn't making ice"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"Dishwasher won't drain properly"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"Refrigerator is too warm"</a:t>
            </a:r>
          </a:p>
        </p:txBody>
      </p:sp>
    </p:spTree>
    <p:extLst>
      <p:ext uri="{BB962C8B-B14F-4D97-AF65-F5344CB8AC3E}">
        <p14:creationId xmlns:p14="http://schemas.microsoft.com/office/powerpoint/2010/main" val="3779146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C328C-C19F-DB98-5EFC-97511620F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1C1A27-5B1F-5CB1-4206-9B9A9F40B3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1" y="1652538"/>
            <a:ext cx="8111739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with Live APIs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Connect to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PartSelect’s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inventory and pricing APIs.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Enhanced Personalization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user history and preferences for tailored suggestions.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recommendation systems powered by ML.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Voice &amp; Multimodal Support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voice-based interaction and image-based part identification.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Scalability &amp; Performance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Migrate to cloud-native architecture (AWS/GCP/Azure). 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caching and load balancing for high traffic.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Security &amp; Compliance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authentication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&amp; Insights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for tracking user queries and agent performance. </a:t>
            </a:r>
          </a:p>
        </p:txBody>
      </p:sp>
    </p:spTree>
    <p:extLst>
      <p:ext uri="{BB962C8B-B14F-4D97-AF65-F5344CB8AC3E}">
        <p14:creationId xmlns:p14="http://schemas.microsoft.com/office/powerpoint/2010/main" val="143615990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</TotalTime>
  <Words>357</Words>
  <Application>Microsoft Macintosh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Times New Roman</vt:lpstr>
      <vt:lpstr>Wingdings 3</vt:lpstr>
      <vt:lpstr>Wisp</vt:lpstr>
      <vt:lpstr>PartSelect Chat Agent AI-Powered Multi-Agent RAG System</vt:lpstr>
      <vt:lpstr>Project Overview</vt:lpstr>
      <vt:lpstr>Architecture</vt:lpstr>
      <vt:lpstr>PowerPoint Presentation</vt:lpstr>
      <vt:lpstr>Example Queries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Alampally</dc:creator>
  <cp:lastModifiedBy>Naveen Alampally</cp:lastModifiedBy>
  <cp:revision>1</cp:revision>
  <dcterms:created xsi:type="dcterms:W3CDTF">2025-11-11T09:27:01Z</dcterms:created>
  <dcterms:modified xsi:type="dcterms:W3CDTF">2025-11-11T09:43:27Z</dcterms:modified>
</cp:coreProperties>
</file>